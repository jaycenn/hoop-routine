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a5e60f7eb14588" /><Relationship Type="http://schemas.openxmlformats.org/officeDocument/2006/relationships/extended-properties" Target="/docProps/app.xml" Id="R1ffbe81728f14b96" /><Relationship Type="http://schemas.openxmlformats.org/officeDocument/2006/relationships/officeDocument" Target="/ppt/presentation.xml" Id="R7ea84ccf9d9745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aad5cd31834e2e"/>
  </p:sldMasterIdLst>
  <p:notesMasterIdLst>
    <p:notesMasterId xmlns:r="http://schemas.openxmlformats.org/officeDocument/2006/relationships" r:id="R7fee8839e3974ad5"/>
  </p:notesMasterIdLst>
  <p:sldIdLst>
    <p:sldId xmlns:r="http://schemas.openxmlformats.org/officeDocument/2006/relationships" id="256" r:id="Re5ca3ddd8e9045db"/>
    <p:sldId xmlns:r="http://schemas.openxmlformats.org/officeDocument/2006/relationships" id="257" r:id="Rba1676731ba24e19"/>
    <p:sldId xmlns:r="http://schemas.openxmlformats.org/officeDocument/2006/relationships" id="258" r:id="Rf692d9c8db294a47"/>
    <p:sldId xmlns:r="http://schemas.openxmlformats.org/officeDocument/2006/relationships" id="259" r:id="Rc71568469cb04068"/>
    <p:sldId xmlns:r="http://schemas.openxmlformats.org/officeDocument/2006/relationships" id="260" r:id="Rde8b1957241e463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7418f6122694c66" /><Relationship Type="http://schemas.openxmlformats.org/officeDocument/2006/relationships/slideMaster" Target="/ppt/slideMasters/slideMaster1.xml" Id="Reaaad5cd31834e2e" /><Relationship Type="http://schemas.openxmlformats.org/officeDocument/2006/relationships/notesMaster" Target="/ppt/notesMasters/notesMaster1.xml" Id="R7fee8839e3974ad5" /><Relationship Type="http://schemas.openxmlformats.org/officeDocument/2006/relationships/presProps" Target="/ppt/presProps.xml" Id="R6b18a4da17244674" /><Relationship Type="http://schemas.openxmlformats.org/officeDocument/2006/relationships/tableStyles" Target="/ppt/tableStyles.xml" Id="R4c40ff9b4d3a40d7" /><Relationship Type="http://schemas.openxmlformats.org/officeDocument/2006/relationships/slide" Target="/ppt/slides/slide1.xml" Id="Re5ca3ddd8e9045db" /><Relationship Type="http://schemas.openxmlformats.org/officeDocument/2006/relationships/slide" Target="/ppt/slides/slide2.xml" Id="Rba1676731ba24e19" /><Relationship Type="http://schemas.openxmlformats.org/officeDocument/2006/relationships/slide" Target="/ppt/slides/slide3.xml" Id="Rf692d9c8db294a47" /><Relationship Type="http://schemas.openxmlformats.org/officeDocument/2006/relationships/slide" Target="/ppt/slides/slide4.xml" Id="Rc71568469cb04068" /><Relationship Type="http://schemas.openxmlformats.org/officeDocument/2006/relationships/slide" Target="/ppt/slides/slide5.xml" Id="Rde8b1957241e46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15625fce49f4b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1ae2991c15478f" /><Relationship Type="http://schemas.openxmlformats.org/officeDocument/2006/relationships/notesMaster" Target="/ppt/notesMasters/notesMaster1.xml" Id="R5bb6062bb05645a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e1acadbb68a4ba5" /><Relationship Type="http://schemas.openxmlformats.org/officeDocument/2006/relationships/notesMaster" Target="/ppt/notesMasters/notesMaster1.xml" Id="R78c74060dfa447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898479d47634eba" /><Relationship Type="http://schemas.openxmlformats.org/officeDocument/2006/relationships/notesMaster" Target="/ppt/notesMasters/notesMaster1.xml" Id="R4587f16f9b184ad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1046802ca2447f1" /><Relationship Type="http://schemas.openxmlformats.org/officeDocument/2006/relationships/notesMaster" Target="/ppt/notesMasters/notesMaster1.xml" Id="Rb2014e9e76f64e3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28bf48208184a7c" /><Relationship Type="http://schemas.openxmlformats.org/officeDocument/2006/relationships/notesMaster" Target="/ppt/notesMasters/notesMaster1.xml" Id="Rd3ded8822a2b45d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HoopRoutine. The Week 3 build connects workout choice, custom planning, result entry, and progress. The cover art is a generated illustration, not a photograph of a real session.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Today screen. Call out the 16 presets, training type filters, equipment field, and expanded drill guide. The screenshot uses sample data in a dedicated demo account.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Build your own. Select a few drills, demonstrate reordering, and save. Mention that custom routines belong to the signed-in player and historical sessions remain available after edits.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Demonstrate makes, attempts, repetitions, completed status, and notes. Finish the workout to show the saved summary, including start, finish, duration, and shooting accuracy. Screenshot values are sample demo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History can resume unfinished sessions and open completed summaries. Progress aggregates completed work. Close with the remaining checks from README: route and database integration tests, accessibility and physical device testing, and deployment and production configuration. Do not claim those are complete.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ce02e2f5f64d6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a1182927eca4989" /><Relationship Type="http://schemas.openxmlformats.org/officeDocument/2006/relationships/slideLayout" Target="/ppt/slideLayouts/slideLayout1.xml" Id="Rc48b370d25404ad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8b370d25404ad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acfab85edc4b5a" /><Relationship Type="http://schemas.openxmlformats.org/officeDocument/2006/relationships/image" Target="/ppt/media/image.png" Id="R43506c4e21d84b10" /><Relationship Type="http://schemas.openxmlformats.org/officeDocument/2006/relationships/notesSlide" Target="/ppt/notesSlides/notesSlide1.xml" Id="R818646c265d442c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c4d56eb54644f3" /><Relationship Type="http://schemas.openxmlformats.org/officeDocument/2006/relationships/image" Target="/ppt/media/image2.png" Id="R3316d61805434440" /><Relationship Type="http://schemas.openxmlformats.org/officeDocument/2006/relationships/notesSlide" Target="/ppt/notesSlides/notesSlide2.xml" Id="R7eef6e14916f413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322b0b9b0f4152" /><Relationship Type="http://schemas.openxmlformats.org/officeDocument/2006/relationships/image" Target="/ppt/media/image3.png" Id="R6ce99d77c19046fc" /><Relationship Type="http://schemas.openxmlformats.org/officeDocument/2006/relationships/notesSlide" Target="/ppt/notesSlides/notesSlide3.xml" Id="R4342d79d0c0a4eb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45edfc0cc84259" /><Relationship Type="http://schemas.openxmlformats.org/officeDocument/2006/relationships/image" Target="/ppt/media/image4.png" Id="R2abcf9ec9f4e4949" /><Relationship Type="http://schemas.openxmlformats.org/officeDocument/2006/relationships/image" Target="/ppt/media/image5.png" Id="R379a57a8298e4ff1" /><Relationship Type="http://schemas.openxmlformats.org/officeDocument/2006/relationships/notesSlide" Target="/ppt/notesSlides/notesSlide4.xml" Id="Raec09002f353470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f7ae2d13b645a9" /><Relationship Type="http://schemas.openxmlformats.org/officeDocument/2006/relationships/image" Target="/ppt/media/image6.png" Id="Rbbbb431e2ce74891" /><Relationship Type="http://schemas.openxmlformats.org/officeDocument/2006/relationships/notesSlide" Target="/ppt/notesSlides/notesSlide5.xml" Id="R4cf8b8828b5b4ae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506c4e21d84b1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19800" y="647700"/>
            <a:ext cx="5524500" cy="5524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26985F-D93A-4276-9B95-E69C438EA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14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5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HoopRoutine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1ABBFD-0D07-4AA2-A4F4-BDAAA27F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0035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5A1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5A1F"/>
                </a:solidFill>
                <a:latin typeface="Arial"/>
                <a:ea typeface="Arial"/>
                <a:cs typeface="Arial"/>
              </a:rPr>
              <a:t>WEEK 3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238C17-E8E8-4425-A6CB-25153024D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0"/>
            <a:ext cx="44291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basketball training app for planning a session and reviewing the work afterward.</a:t>
            </a:r>
          </a:p>
        </p:txBody>
      </p:sp>
    </p:spTree>
    <p:extLst>
      <p:ext uri="{BB962C8B-B14F-4D97-AF65-F5344CB8AC3E}">
        <p14:creationId xmlns:p14="http://schemas.microsoft.com/office/powerpoint/2010/main" val="21074427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DFBA80-7D0F-4B94-855C-FDA4E7911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Choose a workout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B404CD-1F75-4098-B1AF-89E5A11F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5A1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5A1F"/>
                </a:solidFill>
                <a:latin typeface="Arial"/>
                <a:ea typeface="Arial"/>
                <a:cs typeface="Arial"/>
              </a:rPr>
              <a:t>16 preset routines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945308-0D81-4CDD-BE3D-ADAFFA6B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4095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Filter by training type. Review equipment and drill instructions before starting.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A15CAE-74F6-48E1-A7BB-F0E14D4E2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4095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On court, off court, recovery, and mixed plans share the same workout flow.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16d61805434440"/>
          <a:stretch xmlns:a="http://schemas.openxmlformats.org/drawingml/2006/main"/>
        </p:blipFill>
        <p:spPr>
          <a:xfrm xmlns:a="http://schemas.openxmlformats.org/drawingml/2006/main">
            <a:off x="5238750" y="1497806"/>
            <a:ext cx="6267450" cy="470058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3880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51CF73-EF1F-4259-B9AA-BB94260A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Build a personal routine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e99d77c19046fc"/>
          <a:stretch xmlns:a="http://schemas.openxmlformats.org/drawingml/2006/main"/>
        </p:blipFill>
        <p:spPr>
          <a:xfrm xmlns:a="http://schemas.openxmlformats.org/drawingml/2006/main">
            <a:off x="685800" y="1468041"/>
            <a:ext cx="6334125" cy="4750594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CA7DDE-225A-4F91-B79C-23A8272A3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09750"/>
            <a:ext cx="37623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5A1F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F5A1F"/>
                </a:solidFill>
                <a:latin typeface="Arial"/>
                <a:ea typeface="Arial"/>
                <a:cs typeface="Arial"/>
              </a:rPr>
              <a:t>46 drills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CC2400-B1BD-4ED6-8BFE-476EDA91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00325"/>
            <a:ext cx="3714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Choose drills, arrange their order, and save a private routine.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335926-4B73-4A04-BC97-2A2D309F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19625"/>
            <a:ext cx="361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Editing a routine keeps earlier session history intact.</a:t>
            </a:r>
          </a:p>
        </p:txBody>
      </p:sp>
    </p:spTree>
    <p:extLst>
      <p:ext uri="{BB962C8B-B14F-4D97-AF65-F5344CB8AC3E}">
        <p14:creationId xmlns:p14="http://schemas.microsoft.com/office/powerpoint/2010/main" val="4452515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595761-E237-449B-AC2B-E45B588BD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Record and review a session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57BB60-1CBA-4820-9BDC-83C5B8071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514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5A1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5A1F"/>
                </a:solidFill>
                <a:latin typeface="Arial"/>
                <a:ea typeface="Arial"/>
                <a:cs typeface="Arial"/>
              </a:rPr>
              <a:t>Active workout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FAE97C-4F3B-41F3-8909-47C7B0B94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28750"/>
            <a:ext cx="514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5A1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5A1F"/>
                </a:solidFill>
                <a:latin typeface="Arial"/>
                <a:ea typeface="Arial"/>
                <a:cs typeface="Arial"/>
              </a:rPr>
              <a:t>Workout summary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bcf9ec9f4e4949"/>
          <a:stretch xmlns:a="http://schemas.openxmlformats.org/drawingml/2006/main"/>
        </p:blipFill>
        <p:spPr>
          <a:xfrm xmlns:a="http://schemas.openxmlformats.org/drawingml/2006/main">
            <a:off x="685800" y="1905000"/>
            <a:ext cx="5219700" cy="3914775"/>
          </a:xfrm>
          <a:prstGeom xmlns:a="http://schemas.openxmlformats.org/drawingml/2006/main" prst="rect">
            <a:avLst/>
          </a:prstGeom>
        </p:spPr>
      </p:pic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9a57a8298e4ff1"/>
          <a:stretch xmlns:a="http://schemas.openxmlformats.org/drawingml/2006/main"/>
        </p:blipFill>
        <p:spPr>
          <a:xfrm xmlns:a="http://schemas.openxmlformats.org/drawingml/2006/main">
            <a:off x="6210300" y="1905000"/>
            <a:ext cx="5219700" cy="39147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3333D4-2679-40C9-AAC5-EDC254622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674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Save each drill result, then view totals and whole-session time.</a:t>
            </a:r>
          </a:p>
        </p:txBody>
      </p:sp>
    </p:spTree>
    <p:extLst>
      <p:ext uri="{BB962C8B-B14F-4D97-AF65-F5344CB8AC3E}">
        <p14:creationId xmlns:p14="http://schemas.microsoft.com/office/powerpoint/2010/main" val="12722597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11438B-0F55-4F4D-A5AF-82E84964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Progress and final checks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1D948B-AEE9-436A-A134-64C99B4C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4572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History keeps completed and unfinished sessions accessible.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96AF0E-D336-4D6A-9465-84117583B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4572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Progress shows training time, completed drills, and shooting trends.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7FEECF-6AE4-46AA-BD63-8DEC07E4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5A1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5A1F"/>
                </a:solidFill>
                <a:latin typeface="Arial"/>
                <a:ea typeface="Arial"/>
                <a:cs typeface="Arial"/>
              </a:rPr>
              <a:t>Before submission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578F10-6E5B-476F-954C-F6FE2FA97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4572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Hosted database tests, accessibility and device review, deployment.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bb431e2ce74891"/>
          <a:stretch xmlns:a="http://schemas.openxmlformats.org/drawingml/2006/main"/>
        </p:blipFill>
        <p:spPr>
          <a:xfrm xmlns:a="http://schemas.openxmlformats.org/drawingml/2006/main">
            <a:off x="5829300" y="1533525"/>
            <a:ext cx="5676900" cy="42576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6643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2026-10-05T13:18:28.9210000Z</dcterms:created>
  <dcterms:modified xsi:type="dcterms:W3CDTF">2026-10-05T13:18:28.9210000Z</dcterms:modified>
</coreProperties>
</file>